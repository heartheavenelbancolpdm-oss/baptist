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" charset="1" panose="020B0004020202020204"/>
      <p:regular r:id="rId14"/>
    </p:embeddedFont>
    <p:embeddedFont>
      <p:font typeface="Georgia Bold" charset="1" panose="020408020504050202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1619755"/>
            <a:ext cx="14069892" cy="7343797"/>
            <a:chOff x="0" y="0"/>
            <a:chExt cx="18759856" cy="9791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759856" cy="9801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GINAWA KONG KAPARTNER</a:t>
              </a:r>
            </a:p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NANG BUHAY KO ANG</a:t>
              </a:r>
            </a:p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DIYOS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1619755"/>
            <a:ext cx="14069892" cy="7343797"/>
            <a:chOff x="0" y="0"/>
            <a:chExt cx="18759856" cy="9791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759856" cy="9801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KAPARTNER KO SIYA SA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AKING PAMILYA, SA AKING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PAG AARAL, SA BUHAY PAG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IBIG, SA NEGOSYO, SA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KARAMDAMAN, SA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KALAKASAN, AT KAHIT SA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PAG TANDA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05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1619755"/>
            <a:ext cx="14069892" cy="7343797"/>
            <a:chOff x="0" y="0"/>
            <a:chExt cx="18759856" cy="9791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759856" cy="9801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KAYA KONG MAG TAPOS NG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PAG AARAL NANG HINDI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INIIWAN ANG GAWAIN. KAY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KONG MAKASUMPONG NG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TRABAHO NG HINDI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BINIBITAWAN ANG</a:t>
              </a:r>
            </a:p>
            <a:p>
              <a:pPr algn="ctr">
                <a:lnSpc>
                  <a:spcPts val="5879"/>
                </a:lnSpc>
              </a:pPr>
              <a:r>
                <a:rPr lang="en-US" sz="48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PAGIGING KRISTYANO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1619755"/>
            <a:ext cx="14069892" cy="7343797"/>
            <a:chOff x="0" y="0"/>
            <a:chExt cx="18759856" cy="9791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759856" cy="9801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60"/>
                </a:lnSpc>
              </a:pPr>
              <a:r>
                <a:rPr lang="en-US" sz="53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KAYA KONG SUMAYA NG</a:t>
              </a:r>
            </a:p>
            <a:p>
              <a:pPr algn="ctr">
                <a:lnSpc>
                  <a:spcPts val="6360"/>
                </a:lnSpc>
              </a:pPr>
              <a:r>
                <a:rPr lang="en-US" sz="53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HINDI NALULUNGKOT ANG</a:t>
              </a:r>
            </a:p>
            <a:p>
              <a:pPr algn="ctr">
                <a:lnSpc>
                  <a:spcPts val="6360"/>
                </a:lnSpc>
              </a:pPr>
              <a:r>
                <a:rPr lang="en-US" sz="53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DIYOS KY KONG MAKAMIT</a:t>
              </a:r>
            </a:p>
            <a:p>
              <a:pPr algn="ctr">
                <a:lnSpc>
                  <a:spcPts val="6360"/>
                </a:lnSpc>
              </a:pPr>
              <a:r>
                <a:rPr lang="en-US" sz="53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ANG AKING MGA</a:t>
              </a:r>
            </a:p>
            <a:p>
              <a:pPr algn="ctr">
                <a:lnSpc>
                  <a:spcPts val="6360"/>
                </a:lnSpc>
              </a:pPr>
              <a:r>
                <a:rPr lang="en-US" sz="53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PANGARAP NANG HINDI</a:t>
              </a:r>
            </a:p>
            <a:p>
              <a:pPr algn="ctr">
                <a:lnSpc>
                  <a:spcPts val="6360"/>
                </a:lnSpc>
              </a:pPr>
              <a:r>
                <a:rPr lang="en-US" sz="53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LUMALAYO SA DIYOS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08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1619755"/>
            <a:ext cx="14069892" cy="7343797"/>
            <a:chOff x="0" y="0"/>
            <a:chExt cx="18759856" cy="9791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KAYA KONG TUTUKAN ANG</a:t>
              </a:r>
            </a:p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AKING PAG AARAL AT</a:t>
              </a:r>
            </a:p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TRABAHO NANG HINDI</a:t>
              </a:r>
            </a:p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NAWAWALAN NANG ORAS</a:t>
              </a:r>
            </a:p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PARA SA DIYOS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07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1619755"/>
            <a:ext cx="14069892" cy="7343797"/>
            <a:chOff x="0" y="0"/>
            <a:chExt cx="18759856" cy="9791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759856" cy="9801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AT LAHAT AY AKING</a:t>
              </a:r>
            </a:p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KAKAYANIN NANG HINDI</a:t>
              </a:r>
            </a:p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NAPAPABAYAN ANG</a:t>
              </a:r>
            </a:p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RELAYSON KO SA</a:t>
              </a:r>
            </a:p>
            <a:p>
              <a:pPr algn="ctr">
                <a:lnSpc>
                  <a:spcPts val="7080"/>
                </a:lnSpc>
              </a:pPr>
              <a:r>
                <a:rPr lang="en-US" sz="5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PANGINOON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78573" y="1451597"/>
            <a:ext cx="14069892" cy="7343797"/>
            <a:chOff x="0" y="0"/>
            <a:chExt cx="18759856" cy="97917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8759856" cy="9801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MALIBANG ITAYO NANG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PANGINOON ANG BAHAY,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WALANG KABULUHANG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NAGSISIGAWA ANG NAG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TATAYO; MALIBANG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INGATAN NANG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PANGINOON ANG BAYAN,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WALANG KABULUHAN</a:t>
              </a:r>
            </a:p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GUMIGISING ANG BANTAY.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3752109"/>
            <a:ext cx="17444378" cy="9105115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8759856" cy="9801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b="true" sz="39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AWIT 127:1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4818" y="374818"/>
            <a:ext cx="17548088" cy="9545412"/>
            <a:chOff x="0" y="0"/>
            <a:chExt cx="23397451" cy="12727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97463" cy="12727178"/>
            </a:xfrm>
            <a:custGeom>
              <a:avLst/>
              <a:gdLst/>
              <a:ahLst/>
              <a:cxnLst/>
              <a:rect r="r" b="b" t="t" l="l"/>
              <a:pathLst>
                <a:path h="12727178" w="23397463">
                  <a:moveTo>
                    <a:pt x="0" y="0"/>
                  </a:moveTo>
                  <a:lnTo>
                    <a:pt x="23397463" y="0"/>
                  </a:lnTo>
                  <a:lnTo>
                    <a:pt x="23397463" y="12727178"/>
                  </a:lnTo>
                  <a:lnTo>
                    <a:pt x="0" y="12727178"/>
                  </a:lnTo>
                  <a:close/>
                </a:path>
              </a:pathLst>
            </a:custGeom>
            <a:solidFill>
              <a:srgbClr val="14203A"/>
            </a:solidFill>
            <a:ln w="19065" cap="sq">
              <a:solidFill>
                <a:srgbClr val="2C3A53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490" y="646490"/>
            <a:ext cx="17004744" cy="9002058"/>
            <a:chOff x="0" y="0"/>
            <a:chExt cx="22672992" cy="12002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2929" cy="12002770"/>
            </a:xfrm>
            <a:custGeom>
              <a:avLst/>
              <a:gdLst/>
              <a:ahLst/>
              <a:cxnLst/>
              <a:rect r="r" b="b" t="t" l="l"/>
              <a:pathLst>
                <a:path h="12002770" w="22672929">
                  <a:moveTo>
                    <a:pt x="0" y="0"/>
                  </a:moveTo>
                  <a:lnTo>
                    <a:pt x="22672929" y="0"/>
                  </a:lnTo>
                  <a:lnTo>
                    <a:pt x="22672929" y="12002770"/>
                  </a:lnTo>
                  <a:lnTo>
                    <a:pt x="0" y="120027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922" t="0" r="-17922" b="0"/>
              </a:stretch>
            </a:blipFill>
            <a:ln w="24784" cap="sq">
              <a:solidFill>
                <a:srgbClr val="D6B15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060264" y="1715843"/>
            <a:ext cx="301990" cy="6588824"/>
            <a:chOff x="0" y="0"/>
            <a:chExt cx="402654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590" cy="8785098"/>
            </a:xfrm>
            <a:custGeom>
              <a:avLst/>
              <a:gdLst/>
              <a:ahLst/>
              <a:cxnLst/>
              <a:rect r="r" b="b" t="t" l="l"/>
              <a:pathLst>
                <a:path h="8785098" w="402590">
                  <a:moveTo>
                    <a:pt x="0" y="0"/>
                  </a:moveTo>
                  <a:lnTo>
                    <a:pt x="402590" y="0"/>
                  </a:lnTo>
                  <a:lnTo>
                    <a:pt x="40259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93500" y="3637578"/>
            <a:ext cx="2635529" cy="301990"/>
            <a:chOff x="0" y="0"/>
            <a:chExt cx="3514039" cy="4026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4090" cy="402590"/>
            </a:xfrm>
            <a:custGeom>
              <a:avLst/>
              <a:gdLst/>
              <a:ahLst/>
              <a:cxnLst/>
              <a:rect r="r" b="b" t="t" l="l"/>
              <a:pathLst>
                <a:path h="402590" w="3514090">
                  <a:moveTo>
                    <a:pt x="0" y="0"/>
                  </a:moveTo>
                  <a:lnTo>
                    <a:pt x="3514090" y="0"/>
                  </a:lnTo>
                  <a:lnTo>
                    <a:pt x="3514090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23314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5402" y="1029500"/>
            <a:ext cx="2745343" cy="48044"/>
            <a:chOff x="0" y="0"/>
            <a:chExt cx="3660458" cy="64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75794" y="9224362"/>
            <a:ext cx="2745343" cy="48044"/>
            <a:chOff x="0" y="0"/>
            <a:chExt cx="3660458" cy="640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521" cy="64008"/>
            </a:xfrm>
            <a:custGeom>
              <a:avLst/>
              <a:gdLst/>
              <a:ahLst/>
              <a:cxnLst/>
              <a:rect r="r" b="b" t="t" l="l"/>
              <a:pathLst>
                <a:path h="64008" w="3660521">
                  <a:moveTo>
                    <a:pt x="0" y="0"/>
                  </a:moveTo>
                  <a:lnTo>
                    <a:pt x="3660521" y="0"/>
                  </a:lnTo>
                  <a:lnTo>
                    <a:pt x="3660521" y="64008"/>
                  </a:lnTo>
                  <a:lnTo>
                    <a:pt x="0" y="64008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6426244" y="9352436"/>
            <a:ext cx="777992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DEDACC"/>
                </a:solidFill>
                <a:latin typeface="Aptos"/>
                <a:ea typeface="Aptos"/>
                <a:cs typeface="Aptos"/>
                <a:sym typeface="Aptos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2676" y="1619755"/>
            <a:ext cx="14069892" cy="7343797"/>
            <a:chOff x="0" y="0"/>
            <a:chExt cx="18759856" cy="9791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8759856" cy="9810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ALAM KO SA KABILA NG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MGA PAGSUBOK NA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DUMARATING, ANG DIYOS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AY MAY NILAAN PARIN NA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MAGANDA, MASAGANA AT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MATATAG NA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FAF7EC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KINABUKASAN PARA SAKIN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4667" y="8757647"/>
            <a:ext cx="1688382" cy="75495"/>
            <a:chOff x="0" y="0"/>
            <a:chExt cx="2251177" cy="100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51202" cy="100711"/>
            </a:xfrm>
            <a:custGeom>
              <a:avLst/>
              <a:gdLst/>
              <a:ahLst/>
              <a:cxnLst/>
              <a:rect r="r" b="b" t="t" l="l"/>
              <a:pathLst>
                <a:path h="100711" w="2251202">
                  <a:moveTo>
                    <a:pt x="0" y="0"/>
                  </a:moveTo>
                  <a:lnTo>
                    <a:pt x="2251202" y="0"/>
                  </a:lnTo>
                  <a:lnTo>
                    <a:pt x="2251202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D6B15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487696" y="-1419883"/>
            <a:ext cx="14069892" cy="7343797"/>
            <a:chOff x="0" y="0"/>
            <a:chExt cx="18759856" cy="9791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59856" cy="9791734"/>
            </a:xfrm>
            <a:custGeom>
              <a:avLst/>
              <a:gdLst/>
              <a:ahLst/>
              <a:cxnLst/>
              <a:rect r="r" b="b" t="t" l="l"/>
              <a:pathLst>
                <a:path h="9791734" w="18759856">
                  <a:moveTo>
                    <a:pt x="0" y="0"/>
                  </a:moveTo>
                  <a:lnTo>
                    <a:pt x="18759856" y="0"/>
                  </a:lnTo>
                  <a:lnTo>
                    <a:pt x="18759856" y="9791734"/>
                  </a:lnTo>
                  <a:lnTo>
                    <a:pt x="0" y="97917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968" t="0" r="-169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8759856" cy="9791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D6B15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PANGAKO KO SA PANGINOON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DAHW2Ayc19k</dc:identifier>
  <dcterms:modified xsi:type="dcterms:W3CDTF">2011-08-01T06:04:30Z</dcterms:modified>
  <cp:revision>1</cp:revision>
  <dc:title>PANGAKO KO SA PANGINOON </dc:title>
</cp:coreProperties>
</file>