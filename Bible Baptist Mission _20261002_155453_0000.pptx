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Georgia Bold" charset="1" panose="0204080205040502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8578" y="3019877"/>
            <a:ext cx="15099392" cy="4186648"/>
            <a:chOff x="0" y="0"/>
            <a:chExt cx="20132523" cy="5582197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0132523" cy="1830230"/>
              <a:chOff x="0" y="0"/>
              <a:chExt cx="20132523" cy="183023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0132529" cy="1830225"/>
              </a:xfrm>
              <a:custGeom>
                <a:avLst/>
                <a:gdLst/>
                <a:ahLst/>
                <a:cxnLst/>
                <a:rect r="r" b="b" t="t" l="l"/>
                <a:pathLst>
                  <a:path h="183022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1830225"/>
                    </a:lnTo>
                    <a:lnTo>
                      <a:pt x="0" y="18302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4335" r="0" b="-164336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19050"/>
                <a:ext cx="20132523" cy="18492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440"/>
                  </a:lnSpc>
                </a:pPr>
                <a:r>
                  <a:rPr lang="en-US" sz="6200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WE ARE WORSHIPPING THE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1647203"/>
              <a:ext cx="20132523" cy="3934994"/>
              <a:chOff x="0" y="0"/>
              <a:chExt cx="20132523" cy="3934994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132529" cy="3934995"/>
              </a:xfrm>
              <a:custGeom>
                <a:avLst/>
                <a:gdLst/>
                <a:ahLst/>
                <a:cxnLst/>
                <a:rect r="r" b="b" t="t" l="l"/>
                <a:pathLst>
                  <a:path h="393499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3934995"/>
                    </a:lnTo>
                    <a:lnTo>
                      <a:pt x="0" y="393499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9690" r="0" b="-49690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19050"/>
                <a:ext cx="20132523" cy="3915944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068"/>
                  </a:lnSpc>
                </a:pPr>
                <a:r>
                  <a:rPr lang="en-US" sz="62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KING OF KINGS AND THE</a:t>
                </a:r>
              </a:p>
              <a:p>
                <a:pPr algn="ctr">
                  <a:lnSpc>
                    <a:spcPts val="7068"/>
                  </a:lnSpc>
                </a:pPr>
                <a:r>
                  <a:rPr lang="en-US" sz="62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LORD OF LORDS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78578" y="3019877"/>
            <a:ext cx="15099392" cy="4186648"/>
            <a:chOff x="0" y="0"/>
            <a:chExt cx="20132523" cy="558219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132523" cy="1830230"/>
              <a:chOff x="0" y="0"/>
              <a:chExt cx="20132523" cy="18302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132529" cy="1830225"/>
              </a:xfrm>
              <a:custGeom>
                <a:avLst/>
                <a:gdLst/>
                <a:ahLst/>
                <a:cxnLst/>
                <a:rect r="r" b="b" t="t" l="l"/>
                <a:pathLst>
                  <a:path h="183022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1830225"/>
                    </a:lnTo>
                    <a:lnTo>
                      <a:pt x="0" y="18302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4335" r="0" b="-164336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20132523" cy="1839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920"/>
                  </a:lnSpc>
                </a:pPr>
                <a:r>
                  <a:rPr lang="en-US" sz="6600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3 KEYS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647203"/>
              <a:ext cx="20132523" cy="3934994"/>
              <a:chOff x="0" y="0"/>
              <a:chExt cx="20132523" cy="393499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132529" cy="3934995"/>
              </a:xfrm>
              <a:custGeom>
                <a:avLst/>
                <a:gdLst/>
                <a:ahLst/>
                <a:cxnLst/>
                <a:rect r="r" b="b" t="t" l="l"/>
                <a:pathLst>
                  <a:path h="393499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3934995"/>
                    </a:lnTo>
                    <a:lnTo>
                      <a:pt x="0" y="393499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9690" r="0" b="-4969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20132523" cy="390641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523"/>
                  </a:lnSpc>
                </a:pPr>
                <a:r>
                  <a:rPr lang="en-US" sz="66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OF</a:t>
                </a:r>
              </a:p>
              <a:p>
                <a:pPr algn="ctr">
                  <a:lnSpc>
                    <a:spcPts val="7523"/>
                  </a:lnSpc>
                </a:pPr>
                <a:r>
                  <a:rPr lang="en-US" sz="66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BLESSINGS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78578" y="3054196"/>
            <a:ext cx="15099392" cy="4186648"/>
            <a:chOff x="0" y="0"/>
            <a:chExt cx="20132523" cy="558219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132523" cy="1830230"/>
              <a:chOff x="0" y="0"/>
              <a:chExt cx="20132523" cy="18302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132529" cy="1830225"/>
              </a:xfrm>
              <a:custGeom>
                <a:avLst/>
                <a:gdLst/>
                <a:ahLst/>
                <a:cxnLst/>
                <a:rect r="r" b="b" t="t" l="l"/>
                <a:pathLst>
                  <a:path h="183022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1830225"/>
                    </a:lnTo>
                    <a:lnTo>
                      <a:pt x="0" y="18302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4335" r="0" b="-164336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20132523" cy="183975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8640"/>
                  </a:lnSpc>
                </a:pPr>
                <a:r>
                  <a:rPr lang="en-US" sz="7200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GOD IS STILL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647203"/>
              <a:ext cx="20132523" cy="3934994"/>
              <a:chOff x="0" y="0"/>
              <a:chExt cx="20132523" cy="393499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132529" cy="3934995"/>
              </a:xfrm>
              <a:custGeom>
                <a:avLst/>
                <a:gdLst/>
                <a:ahLst/>
                <a:cxnLst/>
                <a:rect r="r" b="b" t="t" l="l"/>
                <a:pathLst>
                  <a:path h="393499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3934995"/>
                    </a:lnTo>
                    <a:lnTo>
                      <a:pt x="0" y="393499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9690" r="0" b="-4969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20132523" cy="390641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8208"/>
                  </a:lnSpc>
                </a:pPr>
                <a:r>
                  <a:rPr lang="en-US" sz="72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THE SOURCE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2676" y="1949196"/>
            <a:ext cx="15579833" cy="6705861"/>
            <a:chOff x="0" y="0"/>
            <a:chExt cx="20773111" cy="894114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773111" cy="1921741"/>
              <a:chOff x="0" y="0"/>
              <a:chExt cx="20773111" cy="19217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773109" cy="1921744"/>
              </a:xfrm>
              <a:custGeom>
                <a:avLst/>
                <a:gdLst/>
                <a:ahLst/>
                <a:cxnLst/>
                <a:rect r="r" b="b" t="t" l="l"/>
                <a:pathLst>
                  <a:path h="1921744" w="20773109">
                    <a:moveTo>
                      <a:pt x="0" y="0"/>
                    </a:moveTo>
                    <a:lnTo>
                      <a:pt x="20773109" y="0"/>
                    </a:lnTo>
                    <a:lnTo>
                      <a:pt x="20773109" y="1921744"/>
                    </a:lnTo>
                    <a:lnTo>
                      <a:pt x="0" y="1921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0623" r="0" b="-160623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20773111" cy="19217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599"/>
                  </a:lnSpc>
                </a:pPr>
                <a:r>
                  <a:rPr lang="en-US" sz="5499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BUT MY GOD SHALL SUPPLY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1504" y="1702117"/>
              <a:ext cx="20590091" cy="5216155"/>
              <a:chOff x="0" y="0"/>
              <a:chExt cx="20590091" cy="52161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590086" cy="5216154"/>
              </a:xfrm>
              <a:custGeom>
                <a:avLst/>
                <a:gdLst/>
                <a:ahLst/>
                <a:cxnLst/>
                <a:rect r="r" b="b" t="t" l="l"/>
                <a:pathLst>
                  <a:path h="5216154" w="20590086">
                    <a:moveTo>
                      <a:pt x="0" y="0"/>
                    </a:moveTo>
                    <a:lnTo>
                      <a:pt x="20590086" y="0"/>
                    </a:lnTo>
                    <a:lnTo>
                      <a:pt x="20590086" y="5216154"/>
                    </a:lnTo>
                    <a:lnTo>
                      <a:pt x="0" y="521615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6914" r="0" b="-26914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47625"/>
                <a:ext cx="20590091" cy="51685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071"/>
                  </a:lnSpc>
                </a:pPr>
                <a:r>
                  <a:rPr lang="en-US" sz="5499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ALL YOUR NEEDS</a:t>
                </a:r>
              </a:p>
              <a:p>
                <a:pPr algn="ctr">
                  <a:lnSpc>
                    <a:spcPts val="6071"/>
                  </a:lnSpc>
                </a:pPr>
                <a:r>
                  <a:rPr lang="en-US" sz="5499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ACCORDING TO HIS RICHES</a:t>
                </a:r>
              </a:p>
              <a:p>
                <a:pPr algn="ctr">
                  <a:lnSpc>
                    <a:spcPts val="6071"/>
                  </a:lnSpc>
                </a:pPr>
                <a:r>
                  <a:rPr lang="en-US" sz="5499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IN GLORY BY CHRIST</a:t>
                </a:r>
              </a:p>
              <a:p>
                <a:pPr algn="ctr">
                  <a:lnSpc>
                    <a:spcPts val="6071"/>
                  </a:lnSpc>
                </a:pPr>
                <a:r>
                  <a:rPr lang="en-US" sz="5499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JESUS.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30222" y="7558849"/>
              <a:ext cx="17112653" cy="1382299"/>
              <a:chOff x="0" y="0"/>
              <a:chExt cx="17112653" cy="138229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112650" cy="1382298"/>
              </a:xfrm>
              <a:custGeom>
                <a:avLst/>
                <a:gdLst/>
                <a:ahLst/>
                <a:cxnLst/>
                <a:rect r="r" b="b" t="t" l="l"/>
                <a:pathLst>
                  <a:path h="1382298" w="17112650">
                    <a:moveTo>
                      <a:pt x="0" y="0"/>
                    </a:moveTo>
                    <a:lnTo>
                      <a:pt x="17112650" y="0"/>
                    </a:lnTo>
                    <a:lnTo>
                      <a:pt x="17112650" y="1382298"/>
                    </a:lnTo>
                    <a:lnTo>
                      <a:pt x="0" y="138229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4810" r="0" b="-177633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7112653" cy="13822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599"/>
                  </a:lnSpc>
                </a:pPr>
                <a:r>
                  <a:rPr lang="en-US" sz="5499" b="true">
                    <a:solidFill>
                      <a:srgbClr val="C49D5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PHILIPPIANS 4:19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58737" y="2948159"/>
            <a:ext cx="15579833" cy="5188704"/>
            <a:chOff x="0" y="0"/>
            <a:chExt cx="20773111" cy="6918273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773111" cy="1921741"/>
              <a:chOff x="0" y="0"/>
              <a:chExt cx="20773111" cy="19217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773109" cy="1921744"/>
              </a:xfrm>
              <a:custGeom>
                <a:avLst/>
                <a:gdLst/>
                <a:ahLst/>
                <a:cxnLst/>
                <a:rect r="r" b="b" t="t" l="l"/>
                <a:pathLst>
                  <a:path h="1921744" w="20773109">
                    <a:moveTo>
                      <a:pt x="0" y="0"/>
                    </a:moveTo>
                    <a:lnTo>
                      <a:pt x="20773109" y="0"/>
                    </a:lnTo>
                    <a:lnTo>
                      <a:pt x="20773109" y="1921744"/>
                    </a:lnTo>
                    <a:lnTo>
                      <a:pt x="0" y="1921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0623" r="0" b="-160623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9525"/>
                <a:ext cx="20773111" cy="1931266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800"/>
                  </a:lnSpc>
                </a:pPr>
                <a:r>
                  <a:rPr lang="en-US" sz="6500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WHENEVER I HAVE A NEED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1504" y="1702117"/>
              <a:ext cx="20590091" cy="5216155"/>
              <a:chOff x="0" y="0"/>
              <a:chExt cx="20590091" cy="52161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590086" cy="5216154"/>
              </a:xfrm>
              <a:custGeom>
                <a:avLst/>
                <a:gdLst/>
                <a:ahLst/>
                <a:cxnLst/>
                <a:rect r="r" b="b" t="t" l="l"/>
                <a:pathLst>
                  <a:path h="5216154" w="20590086">
                    <a:moveTo>
                      <a:pt x="0" y="0"/>
                    </a:moveTo>
                    <a:lnTo>
                      <a:pt x="20590086" y="0"/>
                    </a:lnTo>
                    <a:lnTo>
                      <a:pt x="20590086" y="5216154"/>
                    </a:lnTo>
                    <a:lnTo>
                      <a:pt x="0" y="521615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6914" r="0" b="-26914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57150"/>
                <a:ext cx="20590091" cy="51590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7176"/>
                  </a:lnSpc>
                </a:pPr>
                <a:r>
                  <a:rPr lang="en-US" sz="65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AND EVEN I'LL DONT HAVE</a:t>
                </a:r>
              </a:p>
              <a:p>
                <a:pPr algn="ctr">
                  <a:lnSpc>
                    <a:spcPts val="7176"/>
                  </a:lnSpc>
                </a:pPr>
                <a:r>
                  <a:rPr lang="en-US" sz="65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A NEED, I PLANT A SEED.</a:t>
                </a: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2676" y="1949196"/>
            <a:ext cx="15579833" cy="6705861"/>
            <a:chOff x="0" y="0"/>
            <a:chExt cx="20773111" cy="894114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773111" cy="1921741"/>
              <a:chOff x="0" y="0"/>
              <a:chExt cx="20773111" cy="192174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773109" cy="1921744"/>
              </a:xfrm>
              <a:custGeom>
                <a:avLst/>
                <a:gdLst/>
                <a:ahLst/>
                <a:cxnLst/>
                <a:rect r="r" b="b" t="t" l="l"/>
                <a:pathLst>
                  <a:path h="1921744" w="20773109">
                    <a:moveTo>
                      <a:pt x="0" y="0"/>
                    </a:moveTo>
                    <a:lnTo>
                      <a:pt x="20773109" y="0"/>
                    </a:lnTo>
                    <a:lnTo>
                      <a:pt x="20773109" y="1921744"/>
                    </a:lnTo>
                    <a:lnTo>
                      <a:pt x="0" y="192174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0623" r="0" b="-160623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20773111" cy="1921741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599"/>
                  </a:lnSpc>
                </a:pPr>
                <a:r>
                  <a:rPr lang="en-US" sz="5499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I HAVE PLANTED, APOLLOS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1504" y="1702117"/>
              <a:ext cx="20590091" cy="5216155"/>
              <a:chOff x="0" y="0"/>
              <a:chExt cx="20590091" cy="52161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590086" cy="5216154"/>
              </a:xfrm>
              <a:custGeom>
                <a:avLst/>
                <a:gdLst/>
                <a:ahLst/>
                <a:cxnLst/>
                <a:rect r="r" b="b" t="t" l="l"/>
                <a:pathLst>
                  <a:path h="5216154" w="20590086">
                    <a:moveTo>
                      <a:pt x="0" y="0"/>
                    </a:moveTo>
                    <a:lnTo>
                      <a:pt x="20590086" y="0"/>
                    </a:lnTo>
                    <a:lnTo>
                      <a:pt x="20590086" y="5216154"/>
                    </a:lnTo>
                    <a:lnTo>
                      <a:pt x="0" y="521615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6914" r="0" b="-26914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47625"/>
                <a:ext cx="20590091" cy="51685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071"/>
                  </a:lnSpc>
                </a:pPr>
                <a:r>
                  <a:rPr lang="en-US" sz="5499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WATERED, BUT GOD GAVE</a:t>
                </a:r>
              </a:p>
              <a:p>
                <a:pPr algn="ctr">
                  <a:lnSpc>
                    <a:spcPts val="6071"/>
                  </a:lnSpc>
                </a:pPr>
                <a:r>
                  <a:rPr lang="en-US" sz="5499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THE INCREASE.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30222" y="7558849"/>
              <a:ext cx="17112653" cy="1382299"/>
              <a:chOff x="0" y="0"/>
              <a:chExt cx="17112653" cy="1382299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112650" cy="1382298"/>
              </a:xfrm>
              <a:custGeom>
                <a:avLst/>
                <a:gdLst/>
                <a:ahLst/>
                <a:cxnLst/>
                <a:rect r="r" b="b" t="t" l="l"/>
                <a:pathLst>
                  <a:path h="1382298" w="17112650">
                    <a:moveTo>
                      <a:pt x="0" y="0"/>
                    </a:moveTo>
                    <a:lnTo>
                      <a:pt x="17112650" y="0"/>
                    </a:lnTo>
                    <a:lnTo>
                      <a:pt x="17112650" y="1382298"/>
                    </a:lnTo>
                    <a:lnTo>
                      <a:pt x="0" y="1382298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04810" r="0" b="-177633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0"/>
                <a:ext cx="17112653" cy="138229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599"/>
                  </a:lnSpc>
                </a:pPr>
                <a:r>
                  <a:rPr lang="en-US" sz="5499" b="true">
                    <a:solidFill>
                      <a:srgbClr val="C49D5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I CORINTHIANS 3:6</a:t>
                </a: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78578" y="3054196"/>
            <a:ext cx="15099392" cy="4186648"/>
            <a:chOff x="0" y="0"/>
            <a:chExt cx="20132523" cy="5582197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132523" cy="1830230"/>
              <a:chOff x="0" y="0"/>
              <a:chExt cx="20132523" cy="183023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132529" cy="1830225"/>
              </a:xfrm>
              <a:custGeom>
                <a:avLst/>
                <a:gdLst/>
                <a:ahLst/>
                <a:cxnLst/>
                <a:rect r="r" b="b" t="t" l="l"/>
                <a:pathLst>
                  <a:path h="183022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1830225"/>
                    </a:lnTo>
                    <a:lnTo>
                      <a:pt x="0" y="183022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64335" r="0" b="-164336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0"/>
                <a:ext cx="20132523" cy="183023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599"/>
                  </a:lnSpc>
                </a:pPr>
                <a:r>
                  <a:rPr lang="en-US" sz="5499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I RELY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0" y="1647203"/>
              <a:ext cx="20132523" cy="3934994"/>
              <a:chOff x="0" y="0"/>
              <a:chExt cx="20132523" cy="3934994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132529" cy="3934995"/>
              </a:xfrm>
              <a:custGeom>
                <a:avLst/>
                <a:gdLst/>
                <a:ahLst/>
                <a:cxnLst/>
                <a:rect r="r" b="b" t="t" l="l"/>
                <a:pathLst>
                  <a:path h="3934995" w="20132529">
                    <a:moveTo>
                      <a:pt x="0" y="0"/>
                    </a:moveTo>
                    <a:lnTo>
                      <a:pt x="20132529" y="0"/>
                    </a:lnTo>
                    <a:lnTo>
                      <a:pt x="20132529" y="3934995"/>
                    </a:lnTo>
                    <a:lnTo>
                      <a:pt x="0" y="3934995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49690" r="0" b="-49690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20132523" cy="3906419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6269"/>
                  </a:lnSpc>
                </a:pPr>
                <a:r>
                  <a:rPr lang="en-US" sz="5499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ON MIRACLES</a:t>
                </a: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0F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2297" cy="10295039"/>
            <a:chOff x="0" y="0"/>
            <a:chExt cx="24403063" cy="13726719"/>
          </a:xfrm>
        </p:grpSpPr>
        <p:sp>
          <p:nvSpPr>
            <p:cNvPr name="Freeform 3" id="3" descr="bg_1.png"/>
            <p:cNvSpPr/>
            <p:nvPr/>
          </p:nvSpPr>
          <p:spPr>
            <a:xfrm flipH="false" flipV="false" rot="0">
              <a:off x="0" y="0"/>
              <a:ext cx="24403050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3050">
                  <a:moveTo>
                    <a:pt x="0" y="0"/>
                  </a:moveTo>
                  <a:lnTo>
                    <a:pt x="24403050" y="0"/>
                  </a:lnTo>
                  <a:lnTo>
                    <a:pt x="24403050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092" y="747817"/>
            <a:ext cx="16527551" cy="8730767"/>
            <a:chOff x="0" y="0"/>
            <a:chExt cx="22036735" cy="1164102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036660" cy="11640948"/>
            </a:xfrm>
            <a:custGeom>
              <a:avLst/>
              <a:gdLst/>
              <a:ahLst/>
              <a:cxnLst/>
              <a:rect r="r" b="b" t="t" l="l"/>
              <a:pathLst>
                <a:path h="11640948" w="22036660">
                  <a:moveTo>
                    <a:pt x="0" y="1940179"/>
                  </a:moveTo>
                  <a:cubicBezTo>
                    <a:pt x="0" y="868680"/>
                    <a:pt x="868680" y="0"/>
                    <a:pt x="1940179" y="0"/>
                  </a:cubicBezTo>
                  <a:lnTo>
                    <a:pt x="20096480" y="0"/>
                  </a:lnTo>
                  <a:cubicBezTo>
                    <a:pt x="21167979" y="0"/>
                    <a:pt x="22036660" y="868680"/>
                    <a:pt x="22036660" y="1940179"/>
                  </a:cubicBezTo>
                  <a:lnTo>
                    <a:pt x="22036660" y="9700768"/>
                  </a:lnTo>
                  <a:cubicBezTo>
                    <a:pt x="22036660" y="10772267"/>
                    <a:pt x="21167979" y="11640948"/>
                    <a:pt x="20096480" y="11640948"/>
                  </a:cubicBezTo>
                  <a:lnTo>
                    <a:pt x="1940179" y="11640948"/>
                  </a:lnTo>
                  <a:cubicBezTo>
                    <a:pt x="868680" y="11641074"/>
                    <a:pt x="0" y="10772394"/>
                    <a:pt x="0" y="9700768"/>
                  </a:cubicBezTo>
                  <a:close/>
                </a:path>
              </a:pathLst>
            </a:custGeom>
            <a:solidFill>
              <a:srgbClr val="040C16"/>
            </a:solidFill>
            <a:ln w="14299" cap="sq">
              <a:solidFill>
                <a:srgbClr val="C49D52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372676" y="988324"/>
            <a:ext cx="15511196" cy="521616"/>
            <a:chOff x="0" y="0"/>
            <a:chExt cx="20681594" cy="695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81598" cy="695485"/>
            </a:xfrm>
            <a:custGeom>
              <a:avLst/>
              <a:gdLst/>
              <a:ahLst/>
              <a:cxnLst/>
              <a:rect r="r" b="b" t="t" l="l"/>
              <a:pathLst>
                <a:path h="695485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695485"/>
                  </a:lnTo>
                  <a:lnTo>
                    <a:pt x="0" y="695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425" r="0" b="-52942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20681594" cy="695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C49D52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BIBLE BAPTIST MISSION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05267" y="1573891"/>
            <a:ext cx="5596030" cy="43049"/>
            <a:chOff x="0" y="0"/>
            <a:chExt cx="5948248" cy="4575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8299" cy="45720"/>
            </a:xfrm>
            <a:custGeom>
              <a:avLst/>
              <a:gdLst/>
              <a:ahLst/>
              <a:cxnLst/>
              <a:rect r="r" b="b" t="t" l="l"/>
              <a:pathLst>
                <a:path h="45720" w="5948299">
                  <a:moveTo>
                    <a:pt x="0" y="0"/>
                  </a:moveTo>
                  <a:lnTo>
                    <a:pt x="5948299" y="0"/>
                  </a:lnTo>
                  <a:lnTo>
                    <a:pt x="5948299" y="45720"/>
                  </a:lnTo>
                  <a:lnTo>
                    <a:pt x="0" y="45720"/>
                  </a:lnTo>
                  <a:close/>
                </a:path>
              </a:pathLst>
            </a:custGeom>
            <a:solidFill>
              <a:srgbClr val="C49D52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6334804" y="9224362"/>
            <a:ext cx="754971" cy="411804"/>
            <a:chOff x="0" y="0"/>
            <a:chExt cx="1006627" cy="549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6626" cy="549069"/>
            </a:xfrm>
            <a:custGeom>
              <a:avLst/>
              <a:gdLst/>
              <a:ahLst/>
              <a:cxnLst/>
              <a:rect r="r" b="b" t="t" l="l"/>
              <a:pathLst>
                <a:path h="549069" w="1006626">
                  <a:moveTo>
                    <a:pt x="0" y="0"/>
                  </a:moveTo>
                  <a:lnTo>
                    <a:pt x="1006626" y="0"/>
                  </a:lnTo>
                  <a:lnTo>
                    <a:pt x="100662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4" t="0" r="-19984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06627" cy="5681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1"/>
                </a:lnSpc>
              </a:pPr>
              <a:r>
                <a:rPr lang="en-US" sz="1351" b="true">
                  <a:solidFill>
                    <a:srgbClr val="D2C6A9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2676" y="1949196"/>
            <a:ext cx="15579833" cy="6525159"/>
            <a:chOff x="0" y="0"/>
            <a:chExt cx="20773111" cy="8700212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0773111" cy="2055763"/>
              <a:chOff x="0" y="0"/>
              <a:chExt cx="20773111" cy="2055763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0773109" cy="2055766"/>
              </a:xfrm>
              <a:custGeom>
                <a:avLst/>
                <a:gdLst/>
                <a:ahLst/>
                <a:cxnLst/>
                <a:rect r="r" b="b" t="t" l="l"/>
                <a:pathLst>
                  <a:path h="2055766" w="20773109">
                    <a:moveTo>
                      <a:pt x="0" y="0"/>
                    </a:moveTo>
                    <a:lnTo>
                      <a:pt x="20773109" y="0"/>
                    </a:lnTo>
                    <a:lnTo>
                      <a:pt x="20773109" y="2055766"/>
                    </a:lnTo>
                    <a:lnTo>
                      <a:pt x="0" y="2055766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50152" r="0" b="-143632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19050"/>
                <a:ext cx="20773111" cy="20748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BUT THIS I SAY, HE WHICH</a:t>
                </a:r>
              </a:p>
              <a:p>
                <a:pPr algn="ctr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FFFAEE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SOWETH SPARINGLY SHALL</a:t>
                </a: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91504" y="1702117"/>
              <a:ext cx="20590091" cy="5216155"/>
              <a:chOff x="0" y="0"/>
              <a:chExt cx="20590091" cy="5216155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0590086" cy="5216154"/>
              </a:xfrm>
              <a:custGeom>
                <a:avLst/>
                <a:gdLst/>
                <a:ahLst/>
                <a:cxnLst/>
                <a:rect r="r" b="b" t="t" l="l"/>
                <a:pathLst>
                  <a:path h="5216154" w="20590086">
                    <a:moveTo>
                      <a:pt x="0" y="0"/>
                    </a:moveTo>
                    <a:lnTo>
                      <a:pt x="20590086" y="0"/>
                    </a:lnTo>
                    <a:lnTo>
                      <a:pt x="20590086" y="5216154"/>
                    </a:lnTo>
                    <a:lnTo>
                      <a:pt x="0" y="521615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6914" r="0" b="-26914"/>
                </a:stretch>
              </a:blip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28575"/>
                <a:ext cx="20590091" cy="518758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4968"/>
                  </a:lnSpc>
                </a:pPr>
                <a:r>
                  <a:rPr lang="en-US" sz="45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REAP ALSO SPARINGLY; AND</a:t>
                </a:r>
              </a:p>
              <a:p>
                <a:pPr algn="ctr">
                  <a:lnSpc>
                    <a:spcPts val="4968"/>
                  </a:lnSpc>
                </a:pPr>
                <a:r>
                  <a:rPr lang="en-US" sz="45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HE WHICH SOWETH</a:t>
                </a:r>
              </a:p>
              <a:p>
                <a:pPr algn="ctr">
                  <a:lnSpc>
                    <a:spcPts val="4968"/>
                  </a:lnSpc>
                </a:pPr>
                <a:r>
                  <a:rPr lang="en-US" sz="45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BOUNTIFULLY SHALL REAP</a:t>
                </a:r>
              </a:p>
              <a:p>
                <a:pPr algn="ctr">
                  <a:lnSpc>
                    <a:spcPts val="4968"/>
                  </a:lnSpc>
                </a:pPr>
                <a:r>
                  <a:rPr lang="en-US" sz="4500" b="true">
                    <a:solidFill>
                      <a:srgbClr val="F8EFD7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ALSO BOUNTIFULLY.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1830222" y="7558849"/>
              <a:ext cx="17112653" cy="1141363"/>
              <a:chOff x="0" y="0"/>
              <a:chExt cx="17112653" cy="114136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17112650" cy="1141362"/>
              </a:xfrm>
              <a:custGeom>
                <a:avLst/>
                <a:gdLst/>
                <a:ahLst/>
                <a:cxnLst/>
                <a:rect r="r" b="b" t="t" l="l"/>
                <a:pathLst>
                  <a:path h="1141362" w="17112650">
                    <a:moveTo>
                      <a:pt x="0" y="0"/>
                    </a:moveTo>
                    <a:lnTo>
                      <a:pt x="17112650" y="0"/>
                    </a:lnTo>
                    <a:lnTo>
                      <a:pt x="17112650" y="1141362"/>
                    </a:lnTo>
                    <a:lnTo>
                      <a:pt x="0" y="114136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48045" r="0" b="-236240"/>
                </a:stretch>
              </a:blip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19050"/>
                <a:ext cx="17112653" cy="116041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5400"/>
                  </a:lnSpc>
                </a:pPr>
                <a:r>
                  <a:rPr lang="en-US" sz="4500" b="true">
                    <a:solidFill>
                      <a:srgbClr val="C49D52"/>
                    </a:solidFill>
                    <a:latin typeface="Georgia Bold"/>
                    <a:ea typeface="Georgia Bold"/>
                    <a:cs typeface="Georgia Bold"/>
                    <a:sym typeface="Georgia Bold"/>
                  </a:rPr>
                  <a:t>II CORINTHIANS 9:6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DAHW14kYU7Q</dc:identifier>
  <dcterms:modified xsi:type="dcterms:W3CDTF">2011-08-01T06:04:30Z</dcterms:modified>
  <cp:revision>1</cp:revision>
  <dc:title>Bible Baptist Mission </dc:title>
</cp:coreProperties>
</file>