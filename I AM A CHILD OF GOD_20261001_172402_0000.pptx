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League Spartan" charset="1" panose="000008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89725"/>
            <a:ext cx="16230600" cy="9261088"/>
            <a:chOff x="0" y="0"/>
            <a:chExt cx="4274726" cy="24391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439134"/>
            </a:xfrm>
            <a:custGeom>
              <a:avLst/>
              <a:gdLst/>
              <a:ahLst/>
              <a:cxnLst/>
              <a:rect r="r" b="b" t="t" l="l"/>
              <a:pathLst>
                <a:path h="243913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439134"/>
                  </a:lnTo>
                  <a:lnTo>
                    <a:pt x="0" y="2439134"/>
                  </a:lnTo>
                  <a:close/>
                </a:path>
              </a:pathLst>
            </a:custGeom>
            <a:solidFill>
              <a:srgbClr val="A2B6CB">
                <a:alpha val="7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477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28484" y="671737"/>
            <a:ext cx="11915081" cy="143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 AM A CHILD OF GOD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9777" y="2401477"/>
            <a:ext cx="8452495" cy="52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Called by name.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 am loved, chosen,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And graced by God.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Today, I decide to humble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myself and serve.</a:t>
            </a:r>
          </a:p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 stir up my faith to say,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3665" y="7999002"/>
            <a:ext cx="146406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“GOD IS HERE SO ANYTHING IS POSSIBLE.”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14500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89725"/>
            <a:ext cx="16230600" cy="9261088"/>
            <a:chOff x="0" y="0"/>
            <a:chExt cx="4274726" cy="24391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439134"/>
            </a:xfrm>
            <a:custGeom>
              <a:avLst/>
              <a:gdLst/>
              <a:ahLst/>
              <a:cxnLst/>
              <a:rect r="r" b="b" t="t" l="l"/>
              <a:pathLst>
                <a:path h="2439134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439134"/>
                  </a:lnTo>
                  <a:lnTo>
                    <a:pt x="0" y="2439134"/>
                  </a:lnTo>
                  <a:close/>
                </a:path>
              </a:pathLst>
            </a:custGeom>
            <a:solidFill>
              <a:srgbClr val="A2B6CB">
                <a:alpha val="7764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477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95780" y="671737"/>
            <a:ext cx="10180489" cy="1434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TODAY I DECLARE: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43381" y="2426451"/>
            <a:ext cx="8085287" cy="4826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 are my </a:t>
            </a:r>
            <a:r>
              <a:rPr lang="en-US" sz="45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Passion</a:t>
            </a: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 Mission is my </a:t>
            </a:r>
            <a:r>
              <a:rPr lang="en-US" sz="45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Mission</a:t>
            </a: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 House is my </a:t>
            </a:r>
            <a:r>
              <a:rPr lang="en-US" sz="45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Priority</a:t>
            </a: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Excellence is my </a:t>
            </a:r>
            <a:r>
              <a:rPr lang="en-US" sz="45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Standard</a:t>
            </a: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,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Generosity is my </a:t>
            </a:r>
            <a:r>
              <a:rPr lang="en-US" sz="4599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Privilege</a:t>
            </a: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</a:t>
            </a:r>
          </a:p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 of these are for Him;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03624" y="7563810"/>
            <a:ext cx="12680752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IS HIS DAY, HIS HOUSE,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 HOUR, AND IT ALL STARTS NOW!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1506" y="-931592"/>
            <a:ext cx="18288000" cy="13716000"/>
          </a:xfrm>
          <a:custGeom>
            <a:avLst/>
            <a:gdLst/>
            <a:ahLst/>
            <a:cxnLst/>
            <a:rect r="r" b="b" t="t" l="l"/>
            <a:pathLst>
              <a:path h="13716000" w="18288000">
                <a:moveTo>
                  <a:pt x="0" y="0"/>
                </a:moveTo>
                <a:lnTo>
                  <a:pt x="18288000" y="0"/>
                </a:lnTo>
                <a:lnTo>
                  <a:pt x="18288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DAHWwCsejRU</dc:identifier>
  <dcterms:modified xsi:type="dcterms:W3CDTF">2011-08-01T06:04:30Z</dcterms:modified>
  <cp:revision>1</cp:revision>
  <dc:title>I AM A CHILD OF GOD</dc:title>
</cp:coreProperties>
</file>